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87050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GPT‑5.4 官方性能对比（OpenAI）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860375"/>
            <a:ext cx="2133600" cy="371475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710" y="9461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38400" y="860375"/>
            <a:ext cx="2133600" cy="371475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0310" y="9461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GPT‑5.4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860375"/>
            <a:ext cx="2133600" cy="371475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3910" y="9461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GPT‑5.3‑Codex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05600" y="860375"/>
            <a:ext cx="2133600" cy="371475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7510" y="9461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GPT‑5.2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4800" y="12318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6710" y="13175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38400" y="12318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0310" y="13175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2318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3910" y="13175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05600" y="12318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97510" y="13175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4800" y="160332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6710" y="168905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SWE‑Bench Pro (Public)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38400" y="160332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30310" y="168905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57.7%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160332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3910" y="168905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56.8%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05600" y="160332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97510" y="168905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4800" y="197480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96710" y="206052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OSWorld‑Verified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38400" y="197480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30310" y="206052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197480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3910" y="206052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74.0%*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05600" y="197480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7510" y="206052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4800" y="234627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96710" y="24320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Toolathlon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438400" y="234627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30310" y="24320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54.6%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234627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63910" y="24320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51.9%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05600" y="2346275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797510" y="2432000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46.3%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04800" y="27177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96710" y="28034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BrowseComp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38400" y="27177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530310" y="28034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82.7%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572000" y="27177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663910" y="28034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77.3%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05600" y="2717750"/>
            <a:ext cx="2133600" cy="371475"/>
          </a:xfrm>
          <a:prstGeom prst="rect">
            <a:avLst/>
          </a:prstGeom>
          <a:noFill/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97510" y="2803475"/>
            <a:ext cx="19497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65.8%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04800" y="3165425"/>
            <a:ext cx="8705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来源：OpenAI “Introducing GPT‑5.4”。*GPT‑5.3‑Codex 以新参数保留原图分辨率时为 74.0%。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2026-03-08T03:33:42Z</dcterms:created>
  <dcterms:modified xsi:type="dcterms:W3CDTF">2026-03-08T03:33:42Z</dcterms:modified>
</cp:coreProperties>
</file>