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91231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甩壶铃减肥计划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98525"/>
            <a:ext cx="391231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图文版 · 初学者执行方案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35126"/>
            <a:ext cx="39123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男 · 30岁 · 173cm · 72kg · 10kg壶铃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825651"/>
            <a:ext cx="39123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目标：减脂 + 心肺 + 核心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317677"/>
            <a:ext cx="3912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明天：摆动累计 100 次（分组完成）</a:t>
            </a:r>
            <a:endParaRPr lang="en-US" sz="1400" dirty="0"/>
          </a:p>
        </p:txBody>
      </p:sp>
      <p:pic>
        <p:nvPicPr>
          <p:cNvPr id="7" name="Image 0" descr="/Users/zhangxh/.openclaw/workspace/pptx_assets/kettle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949" y="957114"/>
            <a:ext cx="2286000" cy="2286000"/>
          </a:xfrm>
          <a:prstGeom prst="rect">
            <a:avLst/>
          </a:prstGeom>
        </p:spPr>
      </p:pic>
      <p:pic>
        <p:nvPicPr>
          <p:cNvPr id="8" name="Image 1" descr="/Users/zhangxh/.openclaw/workspace/pptx_assets/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99" y="1211163"/>
            <a:ext cx="1777901" cy="1777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个人概况 &amp; 目标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88975"/>
            <a:ext cx="4013150" cy="3047851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0350" y="1368326"/>
            <a:ext cx="367898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身体数据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0350" y="1835051"/>
            <a:ext cx="3606850" cy="1485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350" y="1835051"/>
            <a:ext cx="3290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身高 173cm / 体重 72kg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1350" y="2225576"/>
            <a:ext cx="3290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年龄 30 / 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1350" y="2616101"/>
            <a:ext cx="3290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器械：10kg 壶铃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1350" y="3006626"/>
            <a:ext cx="3290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频率：每天训练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73501" y="1088975"/>
            <a:ext cx="4013299" cy="3047851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6651" y="1368326"/>
            <a:ext cx="36791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主要目标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76651" y="1835051"/>
            <a:ext cx="3606998" cy="109537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651" y="1835051"/>
            <a:ext cx="329051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减脂与体型优化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651" y="2225576"/>
            <a:ext cx="329051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提高心肺耐力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57651" y="2616101"/>
            <a:ext cx="329051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强化核心与后链</a:t>
            </a:r>
            <a:endParaRPr lang="en-US" sz="1800" dirty="0"/>
          </a:p>
        </p:txBody>
      </p:sp>
      <p:pic>
        <p:nvPicPr>
          <p:cNvPr id="16" name="Image 0" descr="/Users/zhangxh/.openclaw/workspace/pptx_assets/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651" y="3082826"/>
            <a:ext cx="812750" cy="812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明天：摆动累计 100 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88975"/>
            <a:ext cx="4013150" cy="2539752"/>
          </a:xfrm>
          <a:prstGeom prst="roundRect">
            <a:avLst>
              <a:gd name="adj" fmla="val 600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0350" y="1368326"/>
            <a:ext cx="3678987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方案A</a:t>
            </a:r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 组 × 10 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0350" y="1793677"/>
            <a:ext cx="367898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组间休息 45–60 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0350" y="2184202"/>
            <a:ext cx="367898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热身 6–8 分钟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0350" y="2574727"/>
            <a:ext cx="367898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收操 5 分钟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73501" y="1088975"/>
            <a:ext cx="4013299" cy="2539752"/>
          </a:xfrm>
          <a:prstGeom prst="roundRect">
            <a:avLst>
              <a:gd name="adj" fmla="val 600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6651" y="1368326"/>
            <a:ext cx="3679138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方案B</a:t>
            </a:r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组 × 20 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76651" y="1793677"/>
            <a:ext cx="36791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组间休息 60–90 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76651" y="2184202"/>
            <a:ext cx="36791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感觉轻松时选择</a:t>
            </a:r>
            <a:endParaRPr lang="en-US" sz="1800" dirty="0"/>
          </a:p>
        </p:txBody>
      </p:sp>
      <p:pic>
        <p:nvPicPr>
          <p:cNvPr id="12" name="Image 0" descr="/Users/zhangxh/.openclaw/workspace/pptx_assets/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651" y="2574727"/>
            <a:ext cx="812750" cy="812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周进阶计划（每天）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88975"/>
            <a:ext cx="4216301" cy="2647652"/>
          </a:xfrm>
          <a:prstGeom prst="roundRect">
            <a:avLst>
              <a:gd name="adj" fmla="val 575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0350" y="1444526"/>
            <a:ext cx="3810000" cy="1485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350" y="1444526"/>
            <a:ext cx="3497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第1周：80–120 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350" y="1835051"/>
            <a:ext cx="3497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第2周：120–160 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1350" y="2225576"/>
            <a:ext cx="3497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第3周：160–200 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1350" y="2616101"/>
            <a:ext cx="3497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第4周：200–240 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0350" y="3108127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每周至少 1 天降量 30–40% 作为恢复日</a:t>
            </a:r>
            <a:endParaRPr lang="en-US" sz="1400" dirty="0"/>
          </a:p>
        </p:txBody>
      </p:sp>
      <p:pic>
        <p:nvPicPr>
          <p:cNvPr id="10" name="Image 0" descr="/Users/zhangxh/.openclaw/workspace/pptx_asset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701" y="1142851"/>
            <a:ext cx="2539901" cy="25399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摆动动作要点</a:t>
            </a:r>
            <a:endParaRPr lang="en-US" sz="2800" dirty="0"/>
          </a:p>
        </p:txBody>
      </p:sp>
      <p:pic>
        <p:nvPicPr>
          <p:cNvPr id="3" name="Image 0" descr="/Users/zhangxh/.openclaw/workspace/pptx_assets/kettle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50" y="1112788"/>
            <a:ext cx="2539901" cy="2539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70350" y="1088975"/>
            <a:ext cx="4216450" cy="2587526"/>
          </a:xfrm>
          <a:prstGeom prst="roundRect">
            <a:avLst>
              <a:gd name="adj" fmla="val 589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73501" y="1444526"/>
            <a:ext cx="3810149" cy="187642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54501" y="1444526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髋关节折叠发力（像硬拉）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54501" y="1835051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背部中立、肩下沉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54501" y="2225576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手臂放松像绳子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54501" y="2616101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最高到胸口高度（俄式）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54501" y="3006626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腰酸/耸肩即停止调整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每日训练结构（20–25 分钟）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88975"/>
            <a:ext cx="4216301" cy="2539901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0350" y="1444526"/>
            <a:ext cx="3810000" cy="1485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350" y="1444526"/>
            <a:ext cx="3497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热身 6–8 分钟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350" y="1835051"/>
            <a:ext cx="3497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摆动主训练 10–12 分钟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1350" y="2225576"/>
            <a:ext cx="3497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3–5 分钟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1350" y="2616101"/>
            <a:ext cx="3497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拉伸放松 4–5 分钟</a:t>
            </a:r>
            <a:endParaRPr lang="en-US" sz="1800" dirty="0"/>
          </a:p>
        </p:txBody>
      </p:sp>
      <p:pic>
        <p:nvPicPr>
          <p:cNvPr id="9" name="Image 0" descr="/Users/zhangxh/.openclaw/workspace/pptx_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701" y="1088975"/>
            <a:ext cx="2539901" cy="25399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可选辅助动作（每周 3 天）</a:t>
            </a:r>
            <a:endParaRPr lang="en-US" sz="2800" dirty="0"/>
          </a:p>
        </p:txBody>
      </p:sp>
      <p:pic>
        <p:nvPicPr>
          <p:cNvPr id="3" name="Image 0" descr="/Users/zhangxh/.openclaw/workspace/pptx_assets/dumb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50" y="1088975"/>
            <a:ext cx="2539901" cy="2539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70350" y="1088975"/>
            <a:ext cx="4216450" cy="2539901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73501" y="1444526"/>
            <a:ext cx="3810149" cy="1485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54501" y="1444526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壶铃高拉 3×10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54501" y="1835051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壶铃高位深蹲 3×10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54501" y="2225576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俯卧撑 3×8–12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54501" y="2616101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平板支撑 3×30–45秒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监控指标与调整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88975"/>
            <a:ext cx="4216301" cy="2539901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0350" y="1444526"/>
            <a:ext cx="3810000" cy="1485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350" y="1444526"/>
            <a:ext cx="3497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体重：每周固定时间称重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350" y="1835051"/>
            <a:ext cx="3497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腰围：每周 1 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1350" y="2225576"/>
            <a:ext cx="3497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酸痛&gt;48h：降量 20–30%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1350" y="2616101"/>
            <a:ext cx="3497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周无变化：+10% 训练量</a:t>
            </a:r>
            <a:endParaRPr lang="en-US" sz="1800" dirty="0"/>
          </a:p>
        </p:txBody>
      </p:sp>
      <p:pic>
        <p:nvPicPr>
          <p:cNvPr id="9" name="Image 0" descr="/Users/zhangxh/.openclaw/workspace/pptx_assets/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701" y="1088975"/>
            <a:ext cx="2539901" cy="25399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941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安全提醒</a:t>
            </a:r>
            <a:endParaRPr lang="en-US" sz="2800" dirty="0"/>
          </a:p>
        </p:txBody>
      </p:sp>
      <p:pic>
        <p:nvPicPr>
          <p:cNvPr id="3" name="Image 0" descr="/Users/zhangxh/.openclaw/workspace/pptx_asset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50" y="1088975"/>
            <a:ext cx="2539901" cy="2539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70350" y="1088975"/>
            <a:ext cx="4216450" cy="2539901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73501" y="1444526"/>
            <a:ext cx="3810149" cy="1485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54501" y="1444526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地面防滑、留足摆动空间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54501" y="1835051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头晕/胸闷/腰痛立即停止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54501" y="2225576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动作不确定先降重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54501" y="2616101"/>
            <a:ext cx="34977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以标准动作换取效率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甩壶铃减肥计划（图文并茂）</dc:title>
  <dc:subject>PptxGenJS Presentation</dc:subject>
  <dc:creator>OpenClaw</dc:creator>
  <cp:lastModifiedBy>OpenClaw</cp:lastModifiedBy>
  <cp:revision>1</cp:revision>
  <dcterms:created xsi:type="dcterms:W3CDTF">2026-03-07T05:12:18Z</dcterms:created>
  <dcterms:modified xsi:type="dcterms:W3CDTF">2026-03-07T05:12:18Z</dcterms:modified>
</cp:coreProperties>
</file>