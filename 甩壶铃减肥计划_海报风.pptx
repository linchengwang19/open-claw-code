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zhangxh/.openclaw/workspace/pptx_assets_poster/poster_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28600"/>
            <a:ext cx="9144000" cy="46863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zhangxh/.openclaw/workspace/pptx_assets_poster/poster_schedu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28600"/>
            <a:ext cx="9144000" cy="46863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zhangxh/.openclaw/workspace/pptx_assets_poster/poster_techniq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28600"/>
            <a:ext cx="9144000" cy="46863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zhangxh/.openclaw/workspace/pptx_assets_poster/poster_dai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28600"/>
            <a:ext cx="9144000" cy="4686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zhangxh/.openclaw/workspace/pptx_assets_poster/poster_access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28600"/>
            <a:ext cx="9144000" cy="4686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zhangxh/.openclaw/workspace/pptx_assets_poster/poster_moni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28600"/>
            <a:ext cx="9144000" cy="46863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zhangxh/.openclaw/workspace/pptx_assets_poster/poster_safe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28600"/>
            <a:ext cx="9144000" cy="46863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甩壶铃减肥计划（海报风）</dc:title>
  <dc:subject>PptxGenJS Presentation</dc:subject>
  <dc:creator>OpenClaw</dc:creator>
  <cp:lastModifiedBy>OpenClaw</cp:lastModifiedBy>
  <cp:revision>1</cp:revision>
  <dcterms:created xsi:type="dcterms:W3CDTF">2026-03-07T08:37:38Z</dcterms:created>
  <dcterms:modified xsi:type="dcterms:W3CDTF">2026-03-07T08:37:38Z</dcterms:modified>
</cp:coreProperties>
</file>