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hangxh/.openclaw/workspace/pptx_assets_poster/poster_hero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6200" y="228600"/>
            <a:ext cx="914400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hangxh/.openclaw/workspace/pptx_assets_poster/poster_schedu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8600"/>
            <a:ext cx="914400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hangxh/.openclaw/workspace/pptx_assets_poster/poster_techniq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8600"/>
            <a:ext cx="914400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hangxh/.openclaw/workspace/pptx_assets_poster/poster_dail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8600"/>
            <a:ext cx="914400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hangxh/.openclaw/workspace/pptx_assets_poster/poster_accessor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8600"/>
            <a:ext cx="914400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hangxh/.openclaw/workspace/pptx_assets_poster/poster_monito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8600"/>
            <a:ext cx="914400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zhangxh/.openclaw/workspace/pptx_assets_poster/poster_safet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8600"/>
            <a:ext cx="9144000" cy="4686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文字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0" baseType="lpstr">
      <vt:lpstr>Arial</vt:lpstr>
      <vt:lpstr>宋体</vt:lpstr>
      <vt:lpstr>Wingdings</vt:lpstr>
      <vt:lpstr>微软雅黑</vt:lpstr>
      <vt:lpstr>汉仪旗黑</vt:lpstr>
      <vt:lpstr>宋体</vt:lpstr>
      <vt:lpstr>Arial Unicode MS</vt:lpstr>
      <vt:lpstr>Calibri</vt:lpstr>
      <vt:lpstr>Helvetica Neue</vt:lpstr>
      <vt:lpstr>等线</vt:lpstr>
      <vt:lpstr>苹方-简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甩壶铃减肥计划（海报风）</dc:title>
  <dc:creator>OpenClaw</dc:creator>
  <dc:subject>PptxGenJS Presentation</dc:subject>
  <cp:lastModifiedBy>zhangxh</cp:lastModifiedBy>
  <cp:revision>2</cp:revision>
  <dcterms:created xsi:type="dcterms:W3CDTF">2026-03-08T05:14:53Z</dcterms:created>
  <dcterms:modified xsi:type="dcterms:W3CDTF">2026-03-08T05:14:53Z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01B50865A35E53AECD05AD69D61E379A_42</vt:lpwstr>
  </property>
  <property fmtid="{D5CDD505-2E9C-101B-9397-08002B2CF9AE}" pid="3" name="KSOProductBuildVer">
    <vt:lpwstr>2052-12.1.25205.25205</vt:lpwstr>
  </property>
</Properties>
</file>