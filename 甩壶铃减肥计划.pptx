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甩壶铃减肥计划与执行方案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初学者｜男｜30岁｜173cm｜72kg｜10kg壶铃｜每日训练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个人概况与目标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身高/体重/年龄/性别：173cm / 72kg / 30岁 / 男</a:t>
            </a:r>
          </a:p>
          <a:p>
            <a:pPr/>
            <a:r>
              <a:t>器械：10kg 壶铃</a:t>
            </a:r>
          </a:p>
          <a:p>
            <a:pPr/>
            <a:r>
              <a:t>计划：每天训练，初学者</a:t>
            </a:r>
          </a:p>
          <a:p>
            <a:pPr/>
            <a:r>
              <a:t>目标：减脂、提升心肺与核心力量</a:t>
            </a:r>
          </a:p>
          <a:p>
            <a:pPr/>
            <a:r>
              <a:t>明天计划：壶铃摆动累计 100 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训练原则（减脂与安全）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先动作质量，再数量与强度（髋部发力、背部中立）</a:t>
            </a:r>
          </a:p>
          <a:p>
            <a:r>
              <a:t>RPE 6–7：能说短句但不轻松</a:t>
            </a:r>
          </a:p>
          <a:p>
            <a:r>
              <a:t>循序渐进：每周小幅提升 5–15% 训练量</a:t>
            </a:r>
          </a:p>
          <a:p>
            <a:r>
              <a:t>休息与睡眠：7–8 小时，训练日避免熬夜</a:t>
            </a:r>
          </a:p>
          <a:p>
            <a:r>
              <a:t>饮食：保持轻度热量缺口（-300~500 kcal/天）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壶铃摆动（Swing）动作要点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髋关节折叠发力：像硬拉，非深蹲</a:t>
            </a:r>
          </a:p>
          <a:p>
            <a:r>
              <a:t>背部中立、肩下沉，手臂像绳子</a:t>
            </a:r>
          </a:p>
          <a:p>
            <a:r>
              <a:t>壶铃最高到胸口高度（俄式摆动）</a:t>
            </a:r>
          </a:p>
          <a:p>
            <a:r>
              <a:t>下摆时保持核心收紧，膝盖微屈</a:t>
            </a:r>
          </a:p>
          <a:p>
            <a:r>
              <a:t>出现腰酸或耸肩：立刻停止并纠正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明天：100 次摆动（累计）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热身 6–8 分钟（动态拉伸+髋关节激活）</a:t>
            </a:r>
          </a:p>
          <a:p>
            <a:r>
              <a:t>摆动：10 组 × 10 次，组间休息 45–60 秒</a:t>
            </a:r>
          </a:p>
          <a:p>
            <a:r>
              <a:t>若感觉轻松：改为 5 组 × 20 次，休息 60–90 秒</a:t>
            </a:r>
          </a:p>
          <a:p>
            <a:r>
              <a:t>收操 5 分钟（臀腿、腘绳肌、下背伸展）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周进阶计划（每天训练）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第1周：每天 80–120 次（例：10×10 或 8×12）</a:t>
            </a:r>
          </a:p>
          <a:p>
            <a:r>
              <a:t>第2周：每天 120–160 次（例：8×15 或 10×12）</a:t>
            </a:r>
          </a:p>
          <a:p>
            <a:r>
              <a:t>第3周：每天 160–200 次（例：10×16 或 8×20）</a:t>
            </a:r>
          </a:p>
          <a:p>
            <a:r>
              <a:t>第4周：每天 200–240 次（例：12×20 或 10×24）</a:t>
            </a:r>
          </a:p>
          <a:p>
            <a:r>
              <a:t>每周至少 1 天降低 30–40% 作为恢复日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每日训练结构（约 20–25 分钟）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热身 6–8 分钟</a:t>
            </a:r>
          </a:p>
          <a:p>
            <a:r>
              <a:t>主训练 10–12 分钟（摆动分组）</a:t>
            </a:r>
          </a:p>
          <a:p>
            <a:r>
              <a:t>核心 3–5 分钟（平板支撑/死虫）</a:t>
            </a:r>
          </a:p>
          <a:p>
            <a:r>
              <a:t>拉伸放松 4–5 分钟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可选辅助动作（每周 3 天）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壶铃高拉 3×10（轻重量）</a:t>
            </a:r>
          </a:p>
          <a:p>
            <a:r>
              <a:t>壶铃高位深蹲 3×10</a:t>
            </a:r>
          </a:p>
          <a:p>
            <a:r>
              <a:t>俯卧撑 3×8–12</a:t>
            </a:r>
          </a:p>
          <a:p>
            <a:r>
              <a:t>平板支撑 3×30–45 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监控指标与调整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体重：每周固定时间称重（早起空腹）</a:t>
            </a:r>
          </a:p>
          <a:p>
            <a:r>
              <a:t>腰围：每周 1 次</a:t>
            </a:r>
          </a:p>
          <a:p>
            <a:r>
              <a:t>训练感受：若持续酸痛 &gt;48h，降低 20–30% 量</a:t>
            </a:r>
          </a:p>
          <a:p>
            <a:r>
              <a:t>连续 2 周无变化：增加 10% 训练量或轻微控饮食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安全提醒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训练前确保空间安全，地面防滑</a:t>
            </a:r>
          </a:p>
          <a:p>
            <a:r>
              <a:t>腰部不适、头晕胸闷立即停止</a:t>
            </a:r>
          </a:p>
          <a:p>
            <a:r>
              <a:t>动作不确定时先录视频自检或找教练指导</a:t>
            </a:r>
          </a:p>
          <a:p>
            <a:r>
              <a:t>先把动作标准化，再加量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